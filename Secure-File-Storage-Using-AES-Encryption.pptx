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vo" charset="1" panose="02020502070400060406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Times New Roman MT" charset="1" panose="0203050207040502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4198" y="0"/>
            <a:ext cx="5543802" cy="10452455"/>
            <a:chOff x="0" y="0"/>
            <a:chExt cx="1460096" cy="27529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0096" cy="2752910"/>
            </a:xfrm>
            <a:custGeom>
              <a:avLst/>
              <a:gdLst/>
              <a:ahLst/>
              <a:cxnLst/>
              <a:rect r="r" b="b" t="t" l="l"/>
              <a:pathLst>
                <a:path h="2752910" w="1460096">
                  <a:moveTo>
                    <a:pt x="0" y="0"/>
                  </a:moveTo>
                  <a:lnTo>
                    <a:pt x="1460096" y="0"/>
                  </a:lnTo>
                  <a:lnTo>
                    <a:pt x="1460096" y="2752910"/>
                  </a:lnTo>
                  <a:lnTo>
                    <a:pt x="0" y="2752910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0096" cy="279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7439" y="3353613"/>
            <a:ext cx="11020139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Secure</a:t>
            </a:r>
            <a:r>
              <a:rPr lang="en-US" sz="500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 File Storage U</a:t>
            </a:r>
            <a:r>
              <a:rPr lang="en-US" sz="500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sing AES Encryption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67439" y="6047623"/>
            <a:ext cx="1102013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 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02B3D"/>
                </a:solidFill>
                <a:latin typeface="Canva Sans"/>
                <a:ea typeface="Canva Sans"/>
                <a:cs typeface="Canva Sans"/>
                <a:sym typeface="Canva Sans"/>
              </a:rPr>
              <a:t>Razan Alothaim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74780" y="292194"/>
            <a:ext cx="866922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74780" y="2244389"/>
            <a:ext cx="10396986" cy="402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4"/>
              </a:lnSpc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ecur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app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lic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ation for encrypting and decrypting files with user authentication,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upl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oad,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AES encryption, and simple file retrieval.</a:t>
            </a:r>
          </a:p>
          <a:p>
            <a:pPr algn="l">
              <a:lnSpc>
                <a:spcPts val="897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74780" y="528168"/>
            <a:ext cx="866922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</a:t>
            </a: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nctions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8745" y="1929757"/>
            <a:ext cx="10243776" cy="699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4"/>
              </a:lnSpc>
            </a:pP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 In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terface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 Authentication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File Upload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AES 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Encryption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Retrieval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Decryption</a:t>
            </a:r>
          </a:p>
          <a:p>
            <a:pPr algn="l">
              <a:lnSpc>
                <a:spcPts val="89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391680" y="0"/>
            <a:ext cx="4896320" cy="10287000"/>
            <a:chOff x="0" y="0"/>
            <a:chExt cx="128956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5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566">
                  <a:moveTo>
                    <a:pt x="0" y="0"/>
                  </a:moveTo>
                  <a:lnTo>
                    <a:pt x="1289566" y="0"/>
                  </a:lnTo>
                  <a:lnTo>
                    <a:pt x="128956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956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74780" y="5463747"/>
            <a:ext cx="4086490" cy="4683930"/>
          </a:xfrm>
          <a:custGeom>
            <a:avLst/>
            <a:gdLst/>
            <a:ahLst/>
            <a:cxnLst/>
            <a:rect r="r" b="b" t="t" l="l"/>
            <a:pathLst>
              <a:path h="4683930" w="4086490">
                <a:moveTo>
                  <a:pt x="0" y="0"/>
                </a:moveTo>
                <a:lnTo>
                  <a:pt x="4086491" y="0"/>
                </a:lnTo>
                <a:lnTo>
                  <a:pt x="4086491" y="4683930"/>
                </a:lnTo>
                <a:lnTo>
                  <a:pt x="0" y="468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74780" y="488839"/>
            <a:ext cx="866922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</a:t>
            </a: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Interface</a:t>
            </a:r>
          </a:p>
          <a:p>
            <a:pPr algn="l">
              <a:lnSpc>
                <a:spcPts val="6299"/>
              </a:lnSpc>
            </a:pPr>
          </a:p>
          <a:p>
            <a:pPr algn="l">
              <a:lnSpc>
                <a:spcPts val="6299"/>
              </a:lnSpc>
            </a:pP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81935" y="5394085"/>
            <a:ext cx="5324130" cy="4823253"/>
          </a:xfrm>
          <a:custGeom>
            <a:avLst/>
            <a:gdLst/>
            <a:ahLst/>
            <a:cxnLst/>
            <a:rect r="r" b="b" t="t" l="l"/>
            <a:pathLst>
              <a:path h="4823253" w="5324130">
                <a:moveTo>
                  <a:pt x="0" y="0"/>
                </a:moveTo>
                <a:lnTo>
                  <a:pt x="5324130" y="0"/>
                </a:lnTo>
                <a:lnTo>
                  <a:pt x="5324130" y="4823253"/>
                </a:lnTo>
                <a:lnTo>
                  <a:pt x="0" y="482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5534" y="4559617"/>
            <a:ext cx="433461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Dark Mode  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471688" y="4409122"/>
            <a:ext cx="5133636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b="true" sz="3600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Light Mode.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3590" y="1573514"/>
            <a:ext cx="17660820" cy="356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4"/>
              </a:lnSpc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uilt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 Tkinter for simplicity and responsiveness.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Dark Mode and</a:t>
            </a:r>
            <a:r>
              <a:rPr lang="en-US" sz="30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</a:t>
            </a:r>
            <a:r>
              <a:rPr lang="en-US" sz="30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ight</a:t>
            </a:r>
            <a:r>
              <a:rPr lang="en-US" sz="30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Mode.</a:t>
            </a:r>
          </a:p>
          <a:p>
            <a:pPr algn="l">
              <a:lnSpc>
                <a:spcPts val="7854"/>
              </a:lnSpc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ull-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Screen display for better user experience.</a:t>
            </a:r>
          </a:p>
          <a:p>
            <a:pPr algn="l">
              <a:lnSpc>
                <a:spcPts val="897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74780" y="488839"/>
            <a:ext cx="866922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Authe</a:t>
            </a: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ntication</a:t>
            </a:r>
          </a:p>
          <a:p>
            <a:pPr algn="l">
              <a:lnSpc>
                <a:spcPts val="6299"/>
              </a:lnSpc>
            </a:pP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43867" y="2358232"/>
            <a:ext cx="7144133" cy="5570535"/>
          </a:xfrm>
          <a:custGeom>
            <a:avLst/>
            <a:gdLst/>
            <a:ahLst/>
            <a:cxnLst/>
            <a:rect r="r" b="b" t="t" l="l"/>
            <a:pathLst>
              <a:path h="5570535" w="7144133">
                <a:moveTo>
                  <a:pt x="0" y="0"/>
                </a:moveTo>
                <a:lnTo>
                  <a:pt x="7144133" y="0"/>
                </a:lnTo>
                <a:lnTo>
                  <a:pt x="7144133" y="5570536"/>
                </a:lnTo>
                <a:lnTo>
                  <a:pt x="0" y="557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4780" y="1495422"/>
            <a:ext cx="9711197" cy="564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ers can Register and Login securely.</a:t>
            </a:r>
          </a:p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Passwords are hashed using SHA-256 before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be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ing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stored.</a:t>
            </a:r>
          </a:p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rotects against password leaks or exposure.</a:t>
            </a:r>
          </a:p>
          <a:p>
            <a:pPr algn="l">
              <a:lnSpc>
                <a:spcPts val="9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120174" y="2313873"/>
            <a:ext cx="6613209" cy="6591876"/>
          </a:xfrm>
          <a:custGeom>
            <a:avLst/>
            <a:gdLst/>
            <a:ahLst/>
            <a:cxnLst/>
            <a:rect r="r" b="b" t="t" l="l"/>
            <a:pathLst>
              <a:path h="6591876" w="6613209">
                <a:moveTo>
                  <a:pt x="0" y="0"/>
                </a:moveTo>
                <a:lnTo>
                  <a:pt x="6613210" y="0"/>
                </a:lnTo>
                <a:lnTo>
                  <a:pt x="6613210" y="6591876"/>
                </a:lnTo>
                <a:lnTo>
                  <a:pt x="0" y="659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780" y="488839"/>
            <a:ext cx="866922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Uplo</a:t>
            </a: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74780" y="1527064"/>
            <a:ext cx="10645394" cy="450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ers can easily select files from their computer.</a:t>
            </a:r>
          </a:p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different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ile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types.</a:t>
            </a:r>
          </a:p>
          <a:p>
            <a:pPr algn="l">
              <a:lnSpc>
                <a:spcPts val="9000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Upl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oaded file path is displayed in the application.</a:t>
            </a:r>
          </a:p>
          <a:p>
            <a:pPr algn="l">
              <a:lnSpc>
                <a:spcPts val="9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90067" y="2189316"/>
            <a:ext cx="5950386" cy="6708075"/>
          </a:xfrm>
          <a:custGeom>
            <a:avLst/>
            <a:gdLst/>
            <a:ahLst/>
            <a:cxnLst/>
            <a:rect r="r" b="b" t="t" l="l"/>
            <a:pathLst>
              <a:path h="6708075" w="5950386">
                <a:moveTo>
                  <a:pt x="0" y="0"/>
                </a:moveTo>
                <a:lnTo>
                  <a:pt x="5950386" y="0"/>
                </a:lnTo>
                <a:lnTo>
                  <a:pt x="5950386" y="6708075"/>
                </a:lnTo>
                <a:lnTo>
                  <a:pt x="0" y="6708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780" y="488839"/>
            <a:ext cx="866922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AES Encryption</a:t>
            </a:r>
          </a:p>
          <a:p>
            <a:pPr algn="l">
              <a:lnSpc>
                <a:spcPts val="6299"/>
              </a:lnSpc>
            </a:pP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74780" y="2346214"/>
            <a:ext cx="9307475" cy="666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 are encrypted using Fernet, which is based on AES encryption.</a:t>
            </a:r>
          </a:p>
          <a:p>
            <a:pPr algn="l">
              <a:lnSpc>
                <a:spcPts val="8892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secure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encr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yption key is gener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ated and stored safely.</a:t>
            </a:r>
          </a:p>
          <a:p>
            <a:pPr algn="l">
              <a:lnSpc>
                <a:spcPts val="8892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strong protection for user files.</a:t>
            </a:r>
          </a:p>
          <a:p>
            <a:pPr algn="l">
              <a:lnSpc>
                <a:spcPts val="889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595435" y="0"/>
            <a:ext cx="4692565" cy="10287000"/>
            <a:chOff x="0" y="0"/>
            <a:chExt cx="123590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590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35902">
                  <a:moveTo>
                    <a:pt x="0" y="0"/>
                  </a:moveTo>
                  <a:lnTo>
                    <a:pt x="1235902" y="0"/>
                  </a:lnTo>
                  <a:lnTo>
                    <a:pt x="12359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3590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74780" y="2851039"/>
            <a:ext cx="12465070" cy="5706899"/>
          </a:xfrm>
          <a:custGeom>
            <a:avLst/>
            <a:gdLst/>
            <a:ahLst/>
            <a:cxnLst/>
            <a:rect r="r" b="b" t="t" l="l"/>
            <a:pathLst>
              <a:path h="5706899" w="12465070">
                <a:moveTo>
                  <a:pt x="0" y="0"/>
                </a:moveTo>
                <a:lnTo>
                  <a:pt x="12465070" y="0"/>
                </a:lnTo>
                <a:lnTo>
                  <a:pt x="12465070" y="5706900"/>
                </a:lnTo>
                <a:lnTo>
                  <a:pt x="0" y="5706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780" y="488839"/>
            <a:ext cx="866922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AES Encryption</a:t>
            </a:r>
          </a:p>
          <a:p>
            <a:pPr algn="l">
              <a:lnSpc>
                <a:spcPts val="6299"/>
              </a:lnSpc>
            </a:pPr>
          </a:p>
          <a:p>
            <a:pPr algn="l">
              <a:lnSpc>
                <a:spcPts val="62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227583" y="1704949"/>
            <a:ext cx="6275355" cy="6877101"/>
          </a:xfrm>
          <a:custGeom>
            <a:avLst/>
            <a:gdLst/>
            <a:ahLst/>
            <a:cxnLst/>
            <a:rect r="r" b="b" t="t" l="l"/>
            <a:pathLst>
              <a:path h="6877101" w="6275355">
                <a:moveTo>
                  <a:pt x="0" y="0"/>
                </a:moveTo>
                <a:lnTo>
                  <a:pt x="6275354" y="0"/>
                </a:lnTo>
                <a:lnTo>
                  <a:pt x="6275354" y="6877102"/>
                </a:lnTo>
                <a:lnTo>
                  <a:pt x="0" y="6877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780" y="488839"/>
            <a:ext cx="866922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Retrieval and Decryption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2272" y="2200415"/>
            <a:ext cx="10090248" cy="666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Encrypted fil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 can be decrypted back to their original form.</a:t>
            </a:r>
          </a:p>
          <a:p>
            <a:pPr algn="l">
              <a:lnSpc>
                <a:spcPts val="8892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Only users with the correct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k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ey can decr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ypt the files.</a:t>
            </a:r>
          </a:p>
          <a:p>
            <a:pPr algn="l">
              <a:lnSpc>
                <a:spcPts val="8892"/>
              </a:lnSpc>
            </a:pP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6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afe and reliable retrieval process.</a:t>
            </a:r>
          </a:p>
          <a:p>
            <a:pPr algn="l">
              <a:lnSpc>
                <a:spcPts val="889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442520" y="0"/>
            <a:ext cx="7845480" cy="10287000"/>
            <a:chOff x="0" y="0"/>
            <a:chExt cx="20662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2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6299">
                  <a:moveTo>
                    <a:pt x="0" y="0"/>
                  </a:moveTo>
                  <a:lnTo>
                    <a:pt x="2066299" y="0"/>
                  </a:lnTo>
                  <a:lnTo>
                    <a:pt x="20662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629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534" y="1673696"/>
            <a:ext cx="87613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74780" y="488839"/>
            <a:ext cx="866922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202B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254596"/>
            <a:ext cx="10396986" cy="600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4"/>
              </a:lnSpc>
            </a:pP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Python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Tkinter (GUI)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Cryptography (AES</a:t>
            </a: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</a:t>
            </a:r>
          </a:p>
          <a:p>
            <a:pPr algn="l" marL="755651" indent="-377825" lvl="1">
              <a:lnSpc>
                <a:spcPts val="7854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hashlib (Password Hashing with SHA-256)</a:t>
            </a:r>
          </a:p>
          <a:p>
            <a:pPr algn="l">
              <a:lnSpc>
                <a:spcPts val="897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6486624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344642" y="3208000"/>
            <a:ext cx="9598716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</a:pPr>
            <a:r>
              <a:rPr lang="en-US" sz="1500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DAGlkYY52PE</dc:identifier>
  <dcterms:modified xsi:type="dcterms:W3CDTF">2011-08-01T06:04:30Z</dcterms:modified>
  <cp:revision>1</cp:revision>
  <dc:title>Secure File Storage Using AES Encryption</dc:title>
</cp:coreProperties>
</file>